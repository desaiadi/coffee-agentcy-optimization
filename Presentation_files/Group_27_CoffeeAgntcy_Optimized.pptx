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Throughput Comparison (req/sec)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(req/sec)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9B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Baseline
Sequential</c:v>
                  </c:pt>
                  <c:pt idx="1">
                    <c:v>Optimized
Concurrent</c:v>
                  </c:pt>
                  <c:pt idx="2">
                    <c:v>Optimized
Cached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0.379</c:v>
                </c:pt>
                <c:pt idx="1">
                  <c:v>0.514</c:v>
                </c:pt>
                <c:pt idx="2">
                  <c:v>4701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8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05840" cy="1005840"/>
          </a:xfrm>
          <a:prstGeom prst="ellipse">
            <a:avLst/>
          </a:prstGeom>
          <a:solidFill>
            <a:srgbClr val="C9753D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91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37360" y="13716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Optimizing CoffeeAgntcy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9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for Data Science  |  Group 27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Deepali Balakrishna Ksheersagar  ·  Aditya Desai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297680"/>
            <a:ext cx="9144000" cy="822960"/>
          </a:xfrm>
          <a:prstGeom prst="rect">
            <a:avLst/>
          </a:prstGeom>
          <a:solidFill>
            <a:srgbClr val="212140"/>
          </a:solidFill>
          <a:ln w="12700">
            <a:solidFill>
              <a:srgbClr val="212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36A"/>
                </a:solidFill>
              </a:rPr>
              <a:t>2.64s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6451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Avg Latency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36A"/>
                </a:solidFill>
              </a:rPr>
              <a:t>0.379 req/s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51760" y="46451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Throughput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36A"/>
                </a:solidFill>
              </a:rPr>
              <a:t>∞ faster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46451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Cache Speedup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36A"/>
                </a:solidFill>
              </a:rPr>
              <a:t>+36%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46451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Parallel Gain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CoffeeAgntcy?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75488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201168" cy="201168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653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built on AGNTCY infrastructure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01168" cy="201168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408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agents: Supervisor (Buyer) ↔ Grader (Sommelier)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52928"/>
            <a:ext cx="201168" cy="201168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163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(A2A) messaging via SLIM transport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201168" cy="201168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91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orchestrates stateful agent workflows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201168" cy="201168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767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responses via OpenAI/litellm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79392"/>
            <a:ext cx="201168" cy="201168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428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via AGNTCY Observe SDK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94960" y="1188720"/>
            <a:ext cx="3383280" cy="347472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36A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97880" y="1737360"/>
            <a:ext cx="2560320" cy="50292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Supervisor Agent (Exchange)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41464" y="2240280"/>
            <a:ext cx="73152" cy="320040"/>
          </a:xfrm>
          <a:prstGeom prst="rect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2677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936A"/>
                </a:solidFill>
              </a:rPr>
              <a:t>A2A: SLIM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97880" y="2560320"/>
            <a:ext cx="2560320" cy="502920"/>
          </a:xfrm>
          <a:prstGeom prst="rect">
            <a:avLst/>
          </a:prstGeom>
          <a:solidFill>
            <a:srgbClr val="C9753D"/>
          </a:solidFill>
          <a:ln w="12700">
            <a:solidFill>
              <a:srgbClr val="C975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2560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SLIM Message Bus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41464" y="3063240"/>
            <a:ext cx="73152" cy="320040"/>
          </a:xfrm>
          <a:prstGeom prst="rect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3383280"/>
            <a:ext cx="2560320" cy="50292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3383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Grader Agent (Farm)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&amp; Bottlenecks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936A"/>
                </a:solidFill>
              </a:rPr>
              <a:t>Identifying performance challenges in a distributed agent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00584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Network Latency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0078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round-trips between exchange and farm agents add 2–3s per request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4114800" cy="100584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96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Serialization Overhead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4378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message encoding/decoding on every agent call adds CPU cost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566160"/>
            <a:ext cx="4114800" cy="100584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639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Concurrency Challenges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98678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requests block — each waits for LLM response before next starts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4114800" cy="100584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Scaling Bottlenecks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70078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farm instance with no parallel workers limits max throughput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423160"/>
            <a:ext cx="4114800" cy="100584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496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Resource Contention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84378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calls dominate the event loop, starving other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Performance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96596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</a:rPr>
              <a:t>2.64s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Avg Latency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Min 2.09s / Max 3.00s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96596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C975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2344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53D"/>
                </a:solidFill>
              </a:rPr>
              <a:t>0.379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 / Second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1488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Sequential throughput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6596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D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2344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DD9"/>
                </a:solidFill>
              </a:rPr>
              <a:t>34.3 MiB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1772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Peak Memory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1488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Client-side profiler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143000"/>
            <a:ext cx="196596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2344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59B6"/>
                </a:solidFill>
              </a:rPr>
              <a:t>48.6%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6656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Exchange CPU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1488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During active request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697480"/>
            <a:ext cx="4114800" cy="21031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88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E"/>
                </a:solidFill>
              </a:rPr>
              <a:t>🔬  cProfile Key Finding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560 function calls in 2.107s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tottime = 0.000 for ALL Python functions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99.9% of time is network I/O (urllib)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Python code itself is NOT the bottleneck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Optimization target: CONCURRENCY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697480"/>
            <a:ext cx="4114800" cy="2103120"/>
          </a:xfrm>
          <a:prstGeom prst="rect">
            <a:avLst/>
          </a:prstGeom>
          <a:solidFill>
            <a:srgbClr val="1A1A2E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788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36A"/>
                </a:solidFill>
              </a:rPr>
              <a:t>🛠  Profiling Tools Used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3246120"/>
            <a:ext cx="164592" cy="164592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2095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</a:rPr>
              <a:t>cProfile  —  function-level call analysis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657600"/>
            <a:ext cx="164592" cy="164592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6210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</a:rPr>
              <a:t>time.perf_counter()  —  wall-clock latency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4069080"/>
            <a:ext cx="164592" cy="164592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0325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</a:rPr>
              <a:t>memory_profiler  —  MiB usage over time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4480560"/>
            <a:ext cx="164592" cy="164592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44439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</a:rPr>
              <a:t>docker stats  —  container CPU &amp; memory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936A"/>
                </a:solidFill>
              </a:rPr>
              <a:t>Three-layer approach applied to the CoffeeAgntcy request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548640" cy="548640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3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Asyncio + Concurrent Requests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1691640"/>
            <a:ext cx="4754880" cy="658368"/>
          </a:xfrm>
          <a:prstGeom prst="rect">
            <a:avLst/>
          </a:prstGeom>
          <a:solidFill>
            <a:srgbClr val="0D0D1A"/>
          </a:solidFill>
          <a:ln w="12700">
            <a:solidFill>
              <a:srgbClr val="212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09928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aiohttp.ClientSession() as 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[send(s, p) for p in prompts]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await asyncio.gather(*tasks)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2834640" cy="822960"/>
          </a:xfrm>
          <a:prstGeom prst="rect">
            <a:avLst/>
          </a:prstGeom>
          <a:solidFill>
            <a:srgbClr val="2121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35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📈 Impact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17099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time: 7.92s → 6.57s  (+17%)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87752"/>
            <a:ext cx="548640" cy="548640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87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5877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3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Caching (LRU)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05840" y="2953512"/>
            <a:ext cx="4754880" cy="658368"/>
          </a:xfrm>
          <a:prstGeom prst="rect">
            <a:avLst/>
          </a:prstGeom>
          <a:solidFill>
            <a:srgbClr val="0D0D1A"/>
          </a:solidFill>
          <a:ln w="12700">
            <a:solidFill>
              <a:srgbClr val="2121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97180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= {}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cache_key(p): return md5(p).hexdigest()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key in cache: return cache[key], 0.0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2679192"/>
            <a:ext cx="2834640" cy="822960"/>
          </a:xfrm>
          <a:prstGeom prst="rect">
            <a:avLst/>
          </a:prstGeom>
          <a:solidFill>
            <a:srgbClr val="2121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📈 Impact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queries: 2.64s → 0.000s  (+100%)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49624"/>
            <a:ext cx="548640" cy="548640"/>
          </a:xfrm>
          <a:prstGeom prst="ellipse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8496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8496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3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 Pooling + Semaphore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05840" y="4215384"/>
            <a:ext cx="4754880" cy="658368"/>
          </a:xfrm>
          <a:prstGeom prst="rect">
            <a:avLst/>
          </a:prstGeom>
          <a:solidFill>
            <a:srgbClr val="0D0D1A"/>
          </a:solidFill>
          <a:ln w="12700">
            <a:solidFill>
              <a:srgbClr val="2121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233672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connector = TCPConnector(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limit=20, keepalive_timeout=30,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ttl_dns_cache=300)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= asyncio.Semaphore(3)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941064"/>
            <a:ext cx="2834640" cy="822960"/>
          </a:xfrm>
          <a:prstGeom prst="rect">
            <a:avLst/>
          </a:prstGeom>
          <a:solidFill>
            <a:srgbClr val="2121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959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📈 Impact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42336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0.379 → 0.514 req/s  (+36%)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Before vs After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097280"/>
          <a:ext cx="356616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0584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Optimized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Wall Time (3 req)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7.924s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6.571s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↓ 17%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Throughput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0.379 req/s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0.514 req/s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↑ 36%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Cached Throughput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0.379 req/s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4701 req/s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↑ 12,000x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Repeat Query Time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2.641s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0.000s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↓ 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Avg Memory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33.37 MiB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30.17 MiB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↓ 9.6%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55448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3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Caching is the biggest win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queries go from 2.64s → 0ms. For production agents handling similar prompts, caching is essential.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55448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3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Asyncio unlocks parallelism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2763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requests reduced wall time 17%. The LLM API is the bottleneck — not Python — so async maximizes throughput.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114800" cy="155448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3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Connection pooling matters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6499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TCPConnector with keepalive + DNS caching reduced per-request overhead and improved throughput by 36%.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4114800" cy="155448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3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cProfile reveals the truth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36499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tottime=0.000 for all Python functions proved the bottleneck is network I/O, guiding us to the right optimizations.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C9753D"/>
          </a:solidFill>
          <a:ln w="12700">
            <a:solidFill>
              <a:srgbClr val="C975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Future Work:  Persistent Redis cache  ·  Auto-scaling farm workers  ·  Numba for serialization  ·  Request batching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36A"/>
          </a:solidFill>
          <a:ln w="12700">
            <a:solidFill>
              <a:srgbClr val="E893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</a:rPr>
              <a:t>Group 27  ·  Deepali Balakrishna Ksheersagar  ·  Aditya Desai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936A"/>
                </a:solidFill>
              </a:rPr>
              <a:t>github.com/agntcy/coffeeAgntcy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023360"/>
            <a:ext cx="1737360" cy="82296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416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36A"/>
                </a:solidFill>
              </a:rPr>
              <a:t>12,000x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Cache Speedup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4023360"/>
            <a:ext cx="1737360" cy="82296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40416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36A"/>
                </a:solidFill>
              </a:rPr>
              <a:t>↑36%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34640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Throughput Gain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4023360"/>
            <a:ext cx="1737360" cy="82296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0416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36A"/>
                </a:solidFill>
              </a:rPr>
              <a:t>↓17%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Wall Time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4023360"/>
            <a:ext cx="1737360" cy="822960"/>
          </a:xfrm>
          <a:prstGeom prst="rect">
            <a:avLst/>
          </a:prstGeom>
          <a:solidFill>
            <a:srgbClr val="212140"/>
          </a:solidFill>
          <a:ln w="12700">
            <a:solidFill>
              <a:srgbClr val="C975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0416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36A"/>
                </a:solidFill>
              </a:rPr>
              <a:t>↓9.6%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Memory Usage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CoffeeAgntcy - Group 27</dc:title>
  <dc:subject>PptxGenJS Presentation</dc:subject>
  <dc:creator>PptxGenJS</dc:creator>
  <cp:lastModifiedBy>PptxGenJS</cp:lastModifiedBy>
  <cp:revision>1</cp:revision>
  <dcterms:created xsi:type="dcterms:W3CDTF">2026-04-21T23:18:21Z</dcterms:created>
  <dcterms:modified xsi:type="dcterms:W3CDTF">2026-04-21T23:18:21Z</dcterms:modified>
</cp:coreProperties>
</file>